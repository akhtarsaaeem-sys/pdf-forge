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11176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PDF Forge Presentation</a:t>
            </a:r>
            <a:endParaRPr lang="en-IN"/>
          </a:p>
        </p:txBody>
      </p:sp>
      <p:sp>
        <p:nvSpPr>
          <p:cNvPr name="TextBox 3" id="3"/>
          <p:cNvSpPr txBox="true"/>
          <p:nvPr/>
        </p:nvSpPr>
        <p:spPr>
          <a:xfrm>
            <a:off x="508000" y="2540000"/>
            <a:ext cx="11176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First slide body text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11176000" cy="254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Second slide content here</a:t>
            </a:r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889000"/>
            <a:ext cx="10160000" cy="50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